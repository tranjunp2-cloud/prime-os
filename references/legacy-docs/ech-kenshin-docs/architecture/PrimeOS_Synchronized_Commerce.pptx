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eaaf7091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eaaf7091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eaaf7091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eaaf7091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eaaf7091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eaaf7091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eaaf7091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eaaf7091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eaaf7091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eaaf7091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eaaf7091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eaaf7091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eaaf7091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eaaf7091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eaaf7091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eaaf7091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eaaf7091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eaaf7091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eaaf7091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eaaf7091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eaaf7091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eaaf7091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eaaf7091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eaaf7091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eaaf7091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eaaf7091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eaaf7091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eaaf7091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eaaf7091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deaaf7091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eaaf7091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deaaf7091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85763" y="1198364"/>
            <a:ext cx="4371975" cy="826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771525" y="2185988"/>
            <a:ext cx="3600450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06301" y="2478881"/>
            <a:ext cx="4371975" cy="766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1" sz="2300" cap="none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06301" y="1635026"/>
            <a:ext cx="4371975" cy="843855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57175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614613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57175" y="863501"/>
            <a:ext cx="2272606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57175" y="1223367"/>
            <a:ext cx="2272606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612827" y="863501"/>
            <a:ext cx="2273498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612827" y="1223367"/>
            <a:ext cx="2273498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57175" y="153591"/>
            <a:ext cx="1692176" cy="653653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010966" y="153591"/>
            <a:ext cx="2875359" cy="329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57175" y="807244"/>
            <a:ext cx="1692176" cy="2638723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008162" y="2700338"/>
            <a:ext cx="3086100" cy="31879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008162" y="344686"/>
            <a:ext cx="3086100" cy="231457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008162" y="3019128"/>
            <a:ext cx="3086100" cy="452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298823" y="-141535"/>
            <a:ext cx="2545854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661940" y="1221582"/>
            <a:ext cx="3291483" cy="115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304502" y="107157"/>
            <a:ext cx="3291483" cy="3386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11700" y="1085175"/>
            <a:ext cx="8520600" cy="110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PrimeOS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6166800" y="3195850"/>
            <a:ext cx="2665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Prime Commerce Vietnam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Apr/2024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Thanh Nguyen</a:t>
            </a:r>
            <a:endParaRPr/>
          </a:p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6" title="Screenshot 2026-04-15 at 5.41.1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81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6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7" title="Screenshot 2026-04-15 at 5.41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6623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8" title="Screenshot 2026-04-15 at 5.41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9717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8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9" title="Screenshot 2026-04-15 at 5.42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3658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9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0" title="Screenshot 2026-04-15 at 5.42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7530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0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1" title="Screenshot 2026-04-15 at 5.42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83338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1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2" title="Screenshot 2026-04-15 at 5.42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3460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3" title="Screenshot 2026-04-15 at 5.43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61046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3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4" title="Screenshot 2026-04-15 at 5.43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69446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4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5" title="Screenshot 2026-04-15 at 5.43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81578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5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6" title="Screenshot 2026-04-15 at 5.43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79546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6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7" title="Screenshot 2026-04-15 at 5.43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80653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7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12517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8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9" title="Screenshot 2026-04-15 at 5.44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6623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9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0" title="Screenshot 2026-04-15 at 5.44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21986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0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/>
          <p:nvPr>
            <p:ph type="ctrTitle"/>
          </p:nvPr>
        </p:nvSpPr>
        <p:spPr>
          <a:xfrm>
            <a:off x="311700" y="1967400"/>
            <a:ext cx="8520600" cy="110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THANK YOU</a:t>
            </a:r>
            <a:endParaRPr/>
          </a:p>
        </p:txBody>
      </p:sp>
      <p:sp>
        <p:nvSpPr>
          <p:cNvPr id="227" name="Google Shape;22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